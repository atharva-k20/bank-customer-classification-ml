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93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Term Deposit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Approach to Optimize Marketing Campaigns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74904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conducted direct marketing campaigns via phone calls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predict term deposit subscriptions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imbalanced dataset (88.3% 'no' vs 11.7% 'yes')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45,211 customers with 17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campaign targeting efficiency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marketing costs by 30-40%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subscription success rates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high-potential customer segments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Insights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</a:t>
            </a: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Factor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Duration - Longer calls (avg 553s for 'yes' vs 221s for 'no') strongly correlate with subscription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</a:t>
            </a: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Retired individuals show highest subscription rates (31% and 25% respectively)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</a:t>
            </a: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March, September, October, December show 15-25% higher subscription rates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</a:t>
            </a: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429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successful previous campaign outcomes have 65% higher subscription probability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Model Performance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Class Imbalance: SMOTE technique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Created 7 new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Tested: Logistic Regression, Decision Tree, Random Forest, Gradient Boosting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F1-Score, ROC-AUC, Precision, Recall (not just accuracy)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GridSearchCV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931920" cy="20116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3749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 smtClean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</a:t>
            </a: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selected as best model with 91% ROC-AUC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4800"/>
            <a:ext cx="73152" cy="9276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16835"/>
            <a:ext cx="8046720" cy="483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 &amp; Impact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23999"/>
            <a:ext cx="5029200" cy="4174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Quality: Train agents for longer, meaningful conversations (duration is #1 predictor)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High-Value Segments: Prioritize students, retired individuals, and customers with higher balances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Campaign Timing: Concentrate resources in March, September, October, December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Past Success: Re-engage customers from previous successful campaigns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Contact Attempts: Maximum 2-3 contacts per customer to avoid diminishing returns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051560"/>
            <a:ext cx="3017520" cy="361188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0" y="173736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unnecessary calls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of potential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26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200K-300K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increase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campaign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332</Words>
  <Application>Microsoft Office PowerPoint</Application>
  <PresentationFormat>On-screen Show (16:9)</PresentationFormat>
  <Paragraphs>71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Deposit Prediction Analysis</dc:title>
  <dc:subject>PptxGenJS Presentation</dc:subject>
  <dc:creator>Banking Project</dc:creator>
  <cp:lastModifiedBy>Atharva Khot</cp:lastModifiedBy>
  <cp:revision>3</cp:revision>
  <dcterms:created xsi:type="dcterms:W3CDTF">2026-02-03T09:32:35Z</dcterms:created>
  <dcterms:modified xsi:type="dcterms:W3CDTF">2026-02-08T04:59:44Z</dcterms:modified>
</cp:coreProperties>
</file>